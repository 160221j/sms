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First 10–15 min: green FullName tests. Dense week — two labs. Still no SMS. SMS starts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Spot-check three repos. Do not start slices on broken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Prefer two labs over rushing maps. Functions today are survival kit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Contains on the board with 3 rows before they open the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from C/JS will write if (x) or omit braces.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 err != nil without teaching error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C/Java fallthrough.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for validation rules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all three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Blank identifier is required — unused i is a compile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demo. Do not teach labeled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File: ~/epic-go/week03/control.go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ptr, len, cap. [3]int and [4]int are different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 sets up the gotcha.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nil append: var xs []int; xs = append(xs,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this. Draw the array boxes. Do not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File: ~/epic-go/week03/slices.go. Then show full-cap allocate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nil map write panic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it. Map equivalent of zero-value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range twice — order may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count[w]++ works because missing key reads as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 deepens functions. No defer/methods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slide; skip typing if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Force paper tables in lab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Unique needs a seen map + append to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time is short, Freq stays in the same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on the board. Pair done with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start modules theory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questions. Start lab 1. Collect URLs.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EAD9A3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659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EAD9A3"/>
                </a:solidFill>
                <a:latin typeface="Calibri"/>
              </a:rPr>
              <a:t>GO PROGRAMMING MASTER COURSE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3317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Week 3, 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83280"/>
            <a:ext cx="10058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E7DDD0"/>
                </a:solidFill>
                <a:latin typeface="Calibri"/>
              </a:rPr>
              <a:t>Control flow, slices, maps, and just enough functions — the tools you will use to filter students later.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46320"/>
            <a:ext cx="10058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7CBB8"/>
                </a:solidFill>
                <a:latin typeface="Calibri"/>
              </a:rPr>
              <a:t>Umesh Indrajith · BSc Eng (Hons), University of Moratuwa
Senior Software Engineer / Lecturer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SINCE LAST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Types were the foundation. Prove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go test on FullName is green — including trim cases. If not, fix that first.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Cold-call: zero value of string? Why is len("café") 5?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gofmt still required. Unformatted PRs are returned.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Today is dense. We will do two labs: control+slices, then maps.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3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If Day 1 of week 3 works, you 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Write if, switch, and every shape of for / range.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Tell an array from a slice; use make, append, len, cap.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Explain the backing-array gotcha after append.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Read and write maps with the comma-ok check.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Write a function that returns (value, error) as a pattern you copy.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Ship Contains, Unique, and a frequency counter with green go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4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SOFTWARE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14202B"/>
                </a:solidFill>
                <a:latin typeface="Calibri"/>
              </a:rPr>
              <a:t>Control flow is how requirements become behaviour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4D5D6B"/>
                </a:solidFill>
                <a:latin typeface="Calibri"/>
              </a:rPr>
              <a:t>A requirement says “reject empty email” or “filter by course”. That is an if, a loop, and a collection — not a framework.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SMS later: list students, keep those whose course matches, count by course.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Today’s katas become those utilities. Write tests on paper first.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Still no HTTP. Still no database. Language that ships product.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Conditions are boolean — nothing else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37744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score := 72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if score &gt;= 50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    fmt.Println("pass")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} else if score &gt;= 40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    fmt.Println("resit")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} else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    fmt.Println("fail")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No parentheses around the condition. Braces are required — even for one line.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There is no if score. An int is not a bool.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Short statement — declare, then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19456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if n := len(name); n == 0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    fmt.Println("empty")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} else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    fmt.Println("chars:", n)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// n is not visible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The short statement runs first. The name lives only inside the if/else block.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You will see if err := …; err != nil from week 5 on. Learn the shape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7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Many equal cases, one place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74320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day := "Sat"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switch day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case "Sat", "Sun":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fmt.Println("weekend")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case "Mon", "Tue", "Wed", "Thu", "Fri":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fmt.Println("weekday")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default: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fmt.Println("unknown")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54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No automatic fallthrough. Cases can list several values with commas.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8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Tagless switch — a clean if/else if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9260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score := 72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switch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case score &gt;= 75: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fmt.Println("A")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case score &gt;= 65: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fmt.Println("B")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case score &gt;= 50: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fmt.Println("C")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default: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fmt.Println("F")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No expression after switch. Cases are boolean conditions.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Go has one loop keyword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920240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C-style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for i := 0; i &lt; 5; i++ { … 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920240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While-style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for n &gt; 0 { n--; …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49039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Forever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for { break 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No while / do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Those words do not exist. for covers every shape.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10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Walk a collection without inventing an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5603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courses := []string{"SE", "CS", "IT"}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for i, c := range courses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fmt.Println(i, c)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for _, c := range courses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fmt.Println(c)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_ means “I know there is a value; I am not using it.”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On a string, range yields runes (you saw this in week 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11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BREAK /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Leave early, or skip this turn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5603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for i := 0; i &lt; 10; i++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if i%2 == 0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    continue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if i &gt; 7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    break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fmt.Println(i)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continue → next iteration. break → exit the innermost loop.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Labels exist for nested loops. You do not need them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12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24E1D"/>
                </a:solidFill>
                <a:latin typeface="Calibri"/>
              </a:rPr>
              <a:t>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CONTROL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380744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Type this with 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011680"/>
            <a:ext cx="10972800" cy="34747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package main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import "fmt"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func main()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grade := "B"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switch grade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case "A", "B":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    fmt.Println("good")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default: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    fmt.Println("work")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for i, r := range "Go"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    fmt.Printf("%d %c\n", i, r)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13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ARRAYS VS SLICES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Fixed size vs the list you will actually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An array has a fixed length in its type: [3]int.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A slice is a view: pointer + length + capacity. Type is []int.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Almost all Go code uses slices.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2011680"/>
            <a:ext cx="4846320" cy="237744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var seats [3]int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courses := []string{"SE"}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more := make([]string, 0, 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14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LEN / CAP / 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How big is it, and how big can it grow?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s := make([]int, 2, 5) // len 2, cap 5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fmt.Println(len(s), cap(s), s) // 2 5 [0 0]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s = append(s, 9)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fmt.Println(len(s), cap(s), s) // 3 5 [0 0 9]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len — how many elements you can index.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cap — size of the backing array from the start of this slice.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make([]T, length, capacity) — prefer when you will append a lot.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APPEND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Always take the result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names := []string{"Ada"}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names = append(names, "Grace")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names = append(names, "Edsger", "Ken")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// wrong: append(names, "x")  — threw away the new header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append may reuse the backing array or allocate a bigger one.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Either way, keep the returned slice header.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Appending to a nil slice is fine.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THE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Two slices can share a backing array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a := []int{10, 20, 30, 40}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b := a[:2]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b = append(b, 99)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fmt.Println(a) // often [10 20 99 40] — surprise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If cap(b) still has room, append writes into the shared array.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Need independence: append([]int(nil), a...) or copy.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This is the week-3 idea they must take home — same weight as zero values.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17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24E1D"/>
                </a:solidFill>
                <a:latin typeface="Calibri"/>
              </a:rPr>
              <a:t>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SLICES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380744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Watch the shared array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01168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package main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import "fmt"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func main()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a := []int{10, 20, 30, 40}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b := a[:2]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fmt.Println("before", a, b, "cap(b)=", cap(b))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b = append(b, 99)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fmt.Println("after ", a, b)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18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MAPS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Lookup by key — the dictionary 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19456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ages := map[string]int{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"Ada": 36,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"Grace": 85,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ages["Ken"] = 70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fmt.Println(ages["Ada"])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delete(ages, "Grace")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97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Type is map[Key]Value. Keys must be comparable.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Zero value is nil. Reading returns zero; writing panics — make 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COMMA-OK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Missing key is not an error — check yourself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19456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v, ok := ages["Ada"]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if !ok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fmt.Println("not found")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 else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fmt.Println(v)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fmt.Println(ages["Missing"]) // 0 — zero value, not a crash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97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v := ages["x"] cannot tell missing from present-with-zero.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Comma-ok is the idiom. Memorise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20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RANGE OVER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Order is not promised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182880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for name, age := range ages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    fmt.Println(name, age)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9319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Iteration order is randomised. Never require a fixed map print order in tests.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Need sorted keys? Collect keys into a slice, sort.Strings, then look up.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21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24E1D"/>
                </a:solidFill>
                <a:latin typeface="Calibri"/>
              </a:rPr>
              <a:t>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MAPS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380744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Frequency counter — lab 2 preview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011680"/>
            <a:ext cx="10972800" cy="34747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words := []string{"SE", "CS", "SE", "IT", "SE"}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count := make(map[string]int)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for _, w := range words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count[w]++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fmt.Println(count)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n, ok := count["SE"]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fmt.Println(n, ok)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22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FUNCTIONS · SURVIVAL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14202B"/>
                </a:solidFill>
                <a:latin typeface="Calibri"/>
              </a:rPr>
              <a:t>Enough to survive week 5 — not full theory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28800"/>
            <a:ext cx="10972800" cy="310896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func Contains(list []string, want string) bool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for _, v := range list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    if v == want { return true 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return false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func FullName(first, last string) (string, error)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if first == "" { return "", fmt.Errorf("first required") 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return first + " " + last, nil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return x, err is a pattern you copy. Deep error theory is week 9.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23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FUNCTIONS ·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Variadic and closures — know they exist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5603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func Sum(nums ...int) int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total := 0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for _, n := range nums { total += n 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return total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double := func(n int) int { return n * 2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6634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... means any number of args. Inside, it is a slice.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Pace valve: skip live typing if slices/maps ran long.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24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SOFTWARE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Write the test table before the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Input list          want     result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["SE","CS"]         "SE"     true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["SE","CS"]         "IT"     false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[]                  "SE"     false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Then implement. Then go test. Red → green is still the ritual.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Same habit later for every SMS handler edge case.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LAB 1 · CONTROL + SLICES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Contains and Unique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Package slicekit with green tests.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Contains(list []string, want string) bool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Unique(list []string) []string — first occurrence wins, order preserved.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Fill the paper test table first. Then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297680"/>
            <a:ext cx="10972800" cy="16459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mkdir -p ~/epic-go/week03/slicekit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cd ~/epic-go/week03/slicekit &amp;&amp; go mod init epiclearn/week03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go test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LAB 2 · MAPS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Frequency counter with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Freq(words []string) map[string]int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Empty input → empty map (not nil panic).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Assert counts with comma-ok — do not compare map print order.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Both labs must be green before you leave.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27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LAB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Done when all of this is 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Worksheet: control-flow + slice gotcha + comma-ok cells filled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Paper test table for Contains completed before coding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go test green for Contains, Unique, and Freq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You can explain why append on a subslice changed the original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Commit and push. Show me the GitHub URL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28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NEXT 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Week 4 — modules, packages, SMS kickoff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go mod init with meaning. internal/ as a boundary.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Project layout matching this repo’s backend.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First SMS milestone: empty module + folders + README.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Bring green week-3 tests. Product work starts.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EAD9A3"/>
                </a:solidFill>
                <a:latin typeface="Calibri"/>
              </a:rPr>
              <a:t>WEEK 3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4320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