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week 1 of ~12. No HTTP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minutes max on homework cleanup.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/health is week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12-week product arc.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week 3 demo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classroom gotest/greeter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week-1 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sentence: internal stops accidental public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type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go.sum lightly.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Pace valve — skip live if 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on projector during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gate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folders OK with .gitkeep.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type along.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out utils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Rewrite a bad README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 missing GitHub before they leave.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Merge blocker.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Checklist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Deliverable is the 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start Gin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Oral quiz if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scaffold. Collect PR URLs.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EAD9A3"/>
                </a:solidFill>
                <a:latin typeface="Calibri"/>
              </a:rPr>
              <a:t>WEEK 4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AD9A3"/>
                </a:solidFill>
                <a:latin typeface="Calibri"/>
              </a:rPr>
              <a:t>GO PROGRAMMING MASTER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Week 4, 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83280"/>
            <a:ext cx="10058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E7DDD0"/>
                </a:solidFill>
                <a:latin typeface="Calibri"/>
              </a:rPr>
              <a:t>Modules, packages, and project shape — today the Student Management System clock starts.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46320"/>
            <a:ext cx="10058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D7CBB8"/>
                </a:solidFill>
                <a:latin typeface="Calibri"/>
              </a:rPr>
              <a:t>Umesh Indrajith · BSc Eng (Hons), University of Moratuwa
Senior Software Engineer / Lecturer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4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SINCE LAST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Prove the katas, then start the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Week 3 homework: green go test on Contains, Unique, Freq, and friends.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Cold-call: why s = append(s, x)? What is the backing-array gotcha?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gofmt still required. Secrets still never go in git.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Today we start the SMS repo layout.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4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3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If Day 1 of week 4 works, you 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Explain package vs module in one sentence each.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Run go mod init and read a go.mod.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Use internal/ as a boundary, not a random folder name.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Scaffold the SMS backend tree used in this course.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Ship a README and open a clean PR — no .env, no binaries.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4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4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SOFTWARE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The product clock starts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2024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D5D6B"/>
                </a:solidFill>
                <a:latin typeface="Calibri"/>
              </a:rPr>
              <a:t>Weeks 1–3 were language fuel. From now on every week lands something in SMS.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089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Today: empty module + folders + README. Not an HTTP server yet.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Spiral teaching: just enough layout to grow handlers next week.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One repo per student. Homework is a PR.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4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5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PACKAGES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A package is a folder of Go files with the same name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01168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package greeter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func Hello(name string) string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return "Hello, " + name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All .go files in one directory share one package name.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package main + func main = a program you can go run.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Other packages are libraries you import.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4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6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IMPORTS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Import path = module path + folder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164592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import (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"fmt"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"student-management-system/internal/models"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49039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Stdlib has short paths: fmt, strings, net/http.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Your code uses the module name from go.mod, then the directory.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Wrong import + no go.mod → package is not in std.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4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7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EXPORT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Capital letter = visible outside the package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92024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Exported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Hello, Student, NewHandler — other packages can use these.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920240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Unexported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hello, parseEnv — private to this package.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49039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Same package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Files in one folder see each other’s unexported names.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49039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Not Java public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There is no public keyword. The first letter is the rule.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4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8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INTERNAL/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Go’s built-in do-not-import-from-outside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182880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backend/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cmd/server/          # may import internal/...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internal/handlers/   # may import internal/models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9319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internal is a compiler rule, not a style guide.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Put product code in internal/. Put the process entry in cmd/.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4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9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go mod init names the project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164592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mkdir -p ~/epic-go/sms/backend &amp;&amp; cd ~/epic-go/sms/backend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go mod init student-management-system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cat go.mod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49039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Creates go.mod with a module path — prefixes your imports.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Weeks 2–3 used modules as a ritual. Today we teach what it means.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One module for the SMS backend is enough for this course.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4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10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GO.MOD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The file that defines your module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146304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E8F2EF"/>
                </a:solidFill>
                <a:latin typeface="Consolas"/>
              </a:rPr>
              <a:t>module student-management-system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E8F2EF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E8F2EF"/>
                </a:solidFill>
                <a:latin typeface="Consolas"/>
              </a:rPr>
              <a:t>go 1.25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5760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module line = import prefix for your packages.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go line = language version (pin 1.25.x in class).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require lines appear later when you go get Gin/pgx. Not today.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4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11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TOOLS · 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go get and go mod tidy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go get example.com/mod@v1.2.3 — add or upgrade a dependency.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go mod tidy — add missing requires, remove unused ones.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Today you may have zero third-party deps. That is fine.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go mod tidy &amp;&amp; go build ./...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4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12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LAYOUT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The SMS backend tree (memorise the jobs)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28800"/>
            <a:ext cx="10972800" cy="420624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backend/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cmd/server/main.go      # process entry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internal/config/        # env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internal/handlers/      # HTTP (week 5+)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internal/repository/    # data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internal/models/        # structs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internal/routes/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internal/middleware/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internal/database/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internal/utils/         # JWT later — tradeoff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go.mod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README.md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4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13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CMD/SERVER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One process entry — keep it thin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19456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package main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import "fmt"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func main()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fmt.Println("sms starting")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97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cmd/&lt;name&gt; is the usual Go pattern for executables.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Run: go run ./cmd/server from backend/.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4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14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INTERNAL PACKAGES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One job per folder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92024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handlers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Talk HTTP. Request → call something → JSON.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920240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repository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Talk data. No Gin imports here.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49039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models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Shapes: Student, User. No workflow.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49039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config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Read env. Fail fast later if secrets missing.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4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15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SCAFFOLD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80744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Type the skeleton with 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11680"/>
            <a:ext cx="10972800" cy="365760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cd ~/epic-go/sms/backend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go mod init student-management-system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mkdir -p cmd/server internal/{config,handlers,repository,models,routes,middleware,database,utils}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# write cmd/server/main.go → fmt.Println("sms starting")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gofmt -w cmd/server/main.go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go run ./cmd/server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4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16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CLEAN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Small files, clear names, no junk drawer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Package name is a noun for its job: handlers, not stuff.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Prefer many small files over one 800-line main.go.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internal/utils exists for JWT later — tradeoff, not a dumping ground this week.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gofmt on save. Unformatted PRs are returned.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4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17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README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The contract of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Three sentences: what SMS is, who uses it, what done looks like.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How to run (even if today it only prints sms starting).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Module path, Go version, GitHub link.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A README that says only “final year project” fails.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4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18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GIT / PR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Homework is a pull request, not a zip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01168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git checkout -b week-04-skeleton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git add . &amp;&amp; git commit -m "Add SMS backend skeleton and README"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git push -u origin week-04-skeleton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PR description: what and why (three lines).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Instructor merges only if gofmt is clean and .env is absent.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4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19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SECRETS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.env stays local. .env.example is committed.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19456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# .gitignore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.env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*.exe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# .env.example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PORT=8080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DATABASE_URL=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JWT_SECRET=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97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Empty values in the example. Real secrets never in git.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Create the ignore rule now so week 5 is safe.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4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20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LAB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Done when all of this is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backend/go.mod with module student-management-system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Folder tree matches the slide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go run ./cmd/server prints sms starting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README has three product sentences + how to run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.env gitignored; PR URL shown to instructor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4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21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HOMEWORK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PR the skeleton before next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Same gate as the lab — finished and pushed.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PR title example: Week 4 — SMS backend skeleton.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Optional: why internal/ exists, in your own words.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Do not add Gin or HTTP yet. That is week 5.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4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22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NEXT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Week 5 — HTTP, JSON, Gin, first SMS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Stdlib net/http hello, then Gin.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GET /health → JSON {"status":"ok"}.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Bring a reviewable skeleton PR.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Postman arrives. The API becomes real.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4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23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WORDS TO KEEP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Say these correctly next week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92024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Package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Folder of Go files with one package clause.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920240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Module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Versioned unit defined by go.mod; import prefix.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49039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internal/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Compiler-enforced privacy boundary for app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49039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cmd/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Place for main packages / executables.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EAD9A3"/>
                </a:solidFill>
                <a:latin typeface="Calibri"/>
              </a:rPr>
              <a:t>WEEK 4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24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6400" b="1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