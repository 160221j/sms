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Refactor week. No new product feature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Spot-check three health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 structs week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week 4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Reuse week 2/3 FullName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 *StudentHandler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9 deepens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teach recover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 fields can stay empty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Toward this repo's handlers.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deep-teach pointers.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Pace valve.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on projector during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type. curl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 → green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routes.Register.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on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refactor is real, no feature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CRUD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Oral quiz if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PR URLs.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commit after each extract.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live extract → FullName test →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AD9A3"/>
                </a:solidFill>
                <a:latin typeface="Calibri"/>
              </a:rPr>
              <a:t>GO PROGRAMMING MASTER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Week 6, 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E7DDD0"/>
                </a:solidFill>
                <a:latin typeface="Calibri"/>
              </a:rPr>
              <a:t>Functions and methods inside SMS — extract handlers from main, keep health green.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7CBB8"/>
                </a:solidFill>
                <a:latin typeface="Calibri"/>
              </a:rPr>
              <a:t>Umesh Indrajith · BSc Eng (Hons), University of Moratuwa
Senior Software Engineer / Lecturer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SINCE LAST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A running API is the starting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GET /health returns 200 with the exact JSON. If not, fix that first.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Cold-call: what is a handler? What does Gin wrap?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Today we refactor, not add Postgres or JWT.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gofmt still wins. Unformatted PRs returned.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3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If Day 1 of week 6 works, you 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Name the parts of a function: name, params, results.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Return (value, error) and never silently ignore err.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Use defer for cleanup at function exit.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Tell a function from a method; preview pointer receivers.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Move health/hello into internal/handlers; keep :8080 green.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Ship FullName with a 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4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Refactor is a feature when the layout was lying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D5D6B"/>
                </a:solidFill>
                <a:latin typeface="Calibri"/>
              </a:rPr>
              <a:t>main that owns every route will rot. Handlers belong in a package with one job: talk HTTP.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SMS milestone: extract, do not expand the product surface.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PR description says what moved and why.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Green health before and after is the proof.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5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Parts of a function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FullName(first, last string) string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return first + " " + last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Max(nums []int) (int, bool) { /* name · params · results */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Name — exported if capital (FullName).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Parameters — typed; same type can share.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Results — zero, one, or many. Named results: sparingly.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6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PASS BY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Arguments are copies — unless you share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8288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func bump(n int) { n++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x := 3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bump(x)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fmt.Println(x) // still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Ints and structs (by default) are copied into the function.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Slices/maps copy the header but share backing data.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Methods that change state usually use a pointer receiver (preview).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7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MULTIPLE RETURNS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return x, err is the Go handshake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3774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port, err := ParsePort(os.Getenv("PORT"))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if err != nil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log.Fatal(err)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Ignoring err with _ is a bug unless you can explain why.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Handlers return JSON errors — still check err from callees.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8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DEFER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Run this when the function exits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f, err := os.Open("notes.txt")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if err != nil { return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defer f.Close() // runs at end of 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LIFO: last defer runs first.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Use for close, unlock, and later recover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9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A function with a receiver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5603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type HealthHandler struct{}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func (h *HealthHandler) Get(c *gin.Context)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c.JSON(http.StatusOK, gin.H{"status": "ok", "message": "Backend is running"})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h := &amp;HealthHandler{}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r.GET("/health", h.Get)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Course target: (h *StudentHandler) style in internal/handlers.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10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CONSTRUCTORS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New… is just a function that returns a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func NewHelloHandler() *HelloHandler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return &amp;HelloHandler{}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Copy the shape — full struct theory is week 7.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Later NewStudentHandler(repo) injects dependencies.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11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POINTER VS VALUE ·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Why handlers use *HealthHandler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Value receiver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func (h HealthHandler) — method gets a copy.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Pointer receiver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func (h *HealthHandler) — shared instance; holds repo later.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39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Course default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HTTP handlers: pointer receivers.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Deep dive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Stack/heap — week 8. Memorise the pattern today.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12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GENERICS · ONE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Then stop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3774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First[T any](s []T) (T, bool)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var zero T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if len(s) == 0 { return zero, false 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return s[0], true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One example so the syntax is not alien.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Do not build a generics library this week.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13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SMS MILESTONE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Extract week 5 into internal/handlers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28800"/>
            <a:ext cx="10972800" cy="29260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backend/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cmd/server/main.go       # wire + Run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internal/handlers/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health.go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hello.go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name.go + name_test.go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9377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Health JSON contract must not change.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14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REFACTOR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Move health out of 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34747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// handlers: NewHealthHandler + (h *HealthHandler) Get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health := handlers.NewHealthHandler()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r.GET("/health", health.Get)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r.Run(":8080")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15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HELPER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FullName for later student responses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32918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FullName(first, last string) string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first = strings.TrimSpace(first)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last = strings.TrimSpace(last)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// empty rules + one space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// go test ./internal/handlers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16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WIRING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What main should look like 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7432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main()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r := gin.Default()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r.GET("/health", handlers.NewHealthHandler().Get)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r.GET("/api/hello", handlers.NewHelloHandler().Get)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r.Run(":8080")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 business logic in main beyond wiring.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17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IGNORING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_ is honest; silence is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Bad: call a function that returns error and ignore it.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Blank identifier means you chose not to use a value.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Reviewers will ask about ignored error returns.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18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LAB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Done when all of this is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Health + hello still 200 on :8080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Handler logic under internal/handlers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FullName + green go test ./internal/handlers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main mostly wires routes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PR opened describing the refactor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19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HOMEWORK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PR the refactor — no new product 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Required: handlers package + thin main + FullName tests.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README: note the new layout in one paragraph.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Stretch: internal/routes Register helper.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Do not add JWT, Postgres, or student CRUD.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20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NEXT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Week 7 — structs, JSON tags, in-memory 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models.Student, create + list via Postman.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JSON tags matching this repo.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Bring a clean handlers layout and green health.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21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WORDS TO KEEP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Say these correctly next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Function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Named code with params and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Method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Function with a receiver 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39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defer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Runs at function exit (LIFO).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Constructor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NewX() returning a ready value.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22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REVIEW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Instructor merges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gofmt clean; health JSON unchanged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Handlers not still pasted entirely inside main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 test ./internal/handlers green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PR says what moved — not a zip dump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23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Still true while refactoring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No secrets in git.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Do not “fix” by deleting go.mod.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Keep port :8080 unless the class agrees otherwise.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Commit working health before a big move — small steps.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6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24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