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7 create/list must work. Today: pointers + move map into repository. No Postgres. No JWT.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Spot-check three create/list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Lab: crash demo then fix; extract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real repo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box for x and arrow for 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the crash live before theory overloads.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week 6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board sketch.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Picture level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-m flag once if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 live if time is tight.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 the package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must see the panic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Create/List/GetByID bodies into repo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curl create + list after extract.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with week 7 NewStudentHandler() that owned the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 rule: repository package has no HTTP.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 on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 phone photos of whiteboard.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teach wrapping today beyond a teaser.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Oral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Ignore database package until week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spiral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Small steps: crash fix commit, then repo extract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nil demo → extract repo →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AD9A3"/>
                </a:solidFill>
                <a:latin typeface="Calibri"/>
              </a:rPr>
              <a:t>GO PROGRAMMING MASTER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Week 8, 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E7DDD0"/>
                </a:solidFill>
                <a:latin typeface="Calibri"/>
              </a:rPr>
              <a:t>Pointers, memory pictures, and a StudentRepository — HTTP stops owning the map.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7CBB8"/>
                </a:solidFill>
                <a:latin typeface="Calibri"/>
              </a:rPr>
              <a:t>Umesh Indrajith · BSc Eng (Hons), University of Moratuwa
Senior Software Engineer / Lecturer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SINCE LAST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Students live in the handler. That was temporary.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POST / GET / GET:id still work from an in-memory map.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Cold-call: what is a pointer receiver? Why *StudentHandler?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Today we name that idea properly — then extract storage.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Still no database. Repository shape matches this repo; map underneath.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3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If Day 1 of week 8 works, you 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Read and write through &amp; and *; explain a nil pointer panic.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Say why maps/slices already share backing data.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Sketch stack vs heap / GC at picture level.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Move the student map into internal/repository.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Keep handlers talking HTTP only — they call the repo.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4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SOFTWARE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HTTP must not own storage forever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D5D6B"/>
                </a:solidFill>
                <a:latin typeface="Calibri"/>
              </a:rPr>
              <a:t>A repository hides where data lives. Handlers stay thin: bind JSON, call repo, map results to status codes.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175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Same shape as this repo’s student_repository.go — without pgx yet.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Week 14 swaps the map for SQL; handlers should barely change.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If map writes sit inside a Gin handler, the layering is lying.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5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POINTERS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&amp; address · * value at address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3774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x := 10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p := &amp;x      // p is *int — points at x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fmt.Println(*p) // 10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*p = 20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fmt.Println(x)  //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80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A pointer holds a memory address, not the value itself.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Methods that must share or mutate one instance use pointer receivers.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6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NIL POINTERS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Zero value of a pointer is nil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16459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var h *handlers.StudentHandler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h.List(c) // panic: nil pointer dereference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49039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Nil means “no address yet” — not an empty struct.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Always construct with NewStudentHandler(repo) before use.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Lab starts with a deliberate crash, then a one-line fix.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7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POINTER RECEIVERS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Why handlers use *StudentHandler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1945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type StudentHandler struct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repo *repository.StudentRepository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func (h *StudentHandler) Create(c *gin.Context) { /* uses h.repo */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One handler instance is shared across requests — it holds the repo.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Course default for HTTP handlers: pointer receivers.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8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VALUE VS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Structs copy · maps and slices share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2024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Struct / int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Passed by value — callee gets a copy unless you pass a pointer.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Map / slice header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Header copied; backing data shared. Mutations show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49039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String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Immutable bytes; header copied.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Pointer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Explicit shared memory. Check nil before dereference.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9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STACK VS HEAP · PICTURE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Where values live (enough for today)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Stack — short-lived locals; cheap; gone when the function returns.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Heap — longer-lived / shared; GC cleans unreachable objects.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Returning &amp;local or storing a pointer in a long-lived struct → often heap.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You do not manage free() — the runtime does.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10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ESCAPE ANALYSIS · ONE SLIDE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Does this value outlive the function?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0116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func NewStudentRepository() *StudentRepository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return &amp;StudentRepository{students: map[int]models.Student{}, nextID: 1}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Compiler decides stack vs heap. go build -gcflags="-m" is optional.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Rule of thumb: if something else keeps a pointer to it, it escapes.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11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GARBAGE COLLECTION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Unreachable = reclaimable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When nothing points at an object, GC may free it later.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Leaks in Go are usually still-reachable junk (later weeks).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Today’s map store lives until process exit — fine for week 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12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MAKE VS NEW ·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Only if it comes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18288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m := make(map[int]models.Student) // ready to use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p := new(StudentRepository)       // *T zero value; maps inside still nil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319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Prefer make for maps/slices/channels; constructors for structs.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Course style: NewStudentRepository() that makes the map.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13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SMS MILESTONE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StudentRepository owns the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5603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backend/internal/repository/student_repository.go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Create / GetAll / GetByID (/ Update / Delete)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handlers.StudentHandler { repo *repository.StudentRepository 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// handlers call repo — no map fields on the handler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Routes and status codes stay the same as week 7.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 JWT. No Postgres. Restart still clears memory.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14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NIL CRASH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Break it on purpose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23774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var h *handlers.StudentHandler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r.GET("/api/students", h.List) // registers fine…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// first request → panic: invalid memory address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63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Show the stack trace. Name the bug: nil receiver.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Fix: h := handlers.NewStudentHandler(repo) before wiring.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15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Extract the 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36576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type StudentRepository struct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mu       sync.Mutex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students map[int]models.Student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nextID   int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func NewStudentRepository() *StudentRepository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return &amp;StudentRepository{students: map[int]models.Student{}, nextID: 1}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16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HANDLER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Thin HTTP over the repo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36576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func NewStudentHandler(repo *repository.StudentRepository) *StudentHandler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return &amp;StudentHandler{repo: repo}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func (h *StudentHandler) GetByID(c *gin.Context)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s, ok := h.repo.GetByID(id)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if !ok { c.JSON(404, gin.H{"error": "student not found"}); return 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c.JSON(200, s)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17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WIRING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What main looks like after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3774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repo := repository.NewStudentRepository()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students := handlers.NewStudentHandler(repo)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r.POST("/api/students", students.Create)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r.GET("/api/students", students.List)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r.GET("/api/students/:id", students.GetByID)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80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Construct repo first, inject into handler — DI without a framework.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Later weeks inject DB pool the same way.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18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NOT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Repo returns data · handler picks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Repo: (Student, bool) or (Student, error) — pick one style and stick to it.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Handler maps missing → 404, bad id → 400, success → 200.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Do not import gin inside repository.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19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LAB · REST OF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Done when all of this is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Nil-pointer crash demonstrated and fixed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internal/repository/student_repository.go owns the map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Handler holds *StudentRepository; no map fields on handler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Postman create + list + get still pass; health green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PR started describing the move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20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HOMEWORK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PR the extract + draw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Handler → repository for create/list/get (and update/delete if present).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PR description: notebook photo or ASCII of stack/heap for &amp;x / nil crash.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Still no JWT / Postgres.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Stretch: repo returns error; ErrNotFound → 404 (week 9 preview).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21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NEXT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4202B"/>
                </a:solidFill>
                <a:latin typeface="Calibri"/>
              </a:rPr>
              <a:t>Week 9 — errors, validation, slog, JWT preview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fmt.Errorf with %w, errors.Is / As.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Consistent {"error":"..."}; structured logs.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Bring a clean handler → repository split.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22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WORDS TO KEEP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Say these correctly next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2024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Pointer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Address of a value; nil means none.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Receiver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Method’s target; pointer shares one instance.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49039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Repository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Storage API; hides map or SQL.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Escape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Value outlives the function → often heap.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23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LAYOUT REMINDER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Where the new files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36576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backend/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cmd/server/main.go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internal/models/student.go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internal/repository/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student_repository.go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internal/handlers/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student.go                    # HTTP only; holds *StudentRepository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24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HONEST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What this week is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Not Postgres — repository still wraps a map.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Not a deep OS memory course — pictures beat dumps.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Not interface-heavy DI — concrete *StudentRepository is fine.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Races under load still week 12.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25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Still true while refactoring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Commit working week-7 routes before the extract.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Do not “fix” by deleting go.mod.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gofmt; no secrets; port :8080.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8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26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