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8 handler→repo must exist. Today: ErrNotFound→404, slog, config.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 broken week-8 extracts in first 10 minutes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Lab: ErrNotFound map. Homework: slog + .env.example.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Write the JSON contract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to week 6/7 multiple returns.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Prefer sentinel for not-found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one wrap +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Board this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one 400 with missing email.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default JSON logger once in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backend/internal/config/config.go.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Pace valve.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LoginResponse shape if useful.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Board lab vs stretch.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curl missing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one JSON log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Gate on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Homework sheet has the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teach channels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Oral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 handler optional for lab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spiral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 PR URLs.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Then ErrNotFound live → slog →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EAD9A3"/>
                </a:solidFill>
                <a:latin typeface="Calibri"/>
              </a:rPr>
              <a:t>WEEK 9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659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AD9A3"/>
                </a:solidFill>
                <a:latin typeface="Calibri"/>
              </a:rPr>
              <a:t>GO PROGRAMMING MASTER 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Week 9, Day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83280"/>
            <a:ext cx="10058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E7DDD0"/>
                </a:solidFill>
                <a:latin typeface="Calibri"/>
              </a:rPr>
              <a:t>Errors, wrapping, validation, slog — and a light register/login preview.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46320"/>
            <a:ext cx="10058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D7CBB8"/>
                </a:solidFill>
                <a:latin typeface="Calibri"/>
              </a:rPr>
              <a:t>Umesh Indrajith · BSc Eng (Hons), University of Moratuwa
Senior Software Engineer / Lecturer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9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SINCE LAST 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4202B"/>
                </a:solidFill>
                <a:latin typeface="Calibri"/>
              </a:rPr>
              <a:t>Repo owns the map. Handlers own HTTP status.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Create / list / get still green through StudentRepository.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Cold-call: what does ok == false mean in GetByID? Why not panic?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Today we replace bool with real error values — and log properly.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JWT middleware can wait; prefer register/login without locking students.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9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3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If Day 1 of week 9 works, you 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Treat error as a value; use a sentinel ErrNotFound.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Wrap with %w; check with errors.Is / errors.As.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Never panic in an HTTP handler — return {"error":"..."}.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Validate with Gin binding; log 5xx with log/slog.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Load config from env (.env.example, never commit secrets).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9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4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SOFTWARE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4202B"/>
                </a:solidFill>
                <a:latin typeface="Calibri"/>
              </a:rPr>
              <a:t>Errors are part of the API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2024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4D5D6B"/>
                </a:solidFill>
                <a:latin typeface="Calibri"/>
              </a:rPr>
              <a:t>Clients and operators need predictable JSON and logs. A panic is a bug, not a status code.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01752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Same shape everywhere: {"error":"student not found"}.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4xx = client problem. 5xx = our problem — and we log it.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Secrets live in environment variables, not in git.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9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5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ERROR AS A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The second return is the handshake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37744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s, err := repo.GetByID(id)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if err != nil 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// decide: 404, 400, or 500 — do not panic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return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c.JSON(http.StatusOK, 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4805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Ignoring err with _ needs a spoken reason.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error is an interface: anything with Error() string.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9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6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SENTINEL VS CUSTOM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Name the expected failures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19456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var ErrNotFound = errors.New("not found")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type ValidationError struct { Field, Msg string }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func (e ValidationError) Error() string { return e.Field + ": " + e.Msg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97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4202B"/>
                </a:solidFill>
                <a:latin typeface="Calibri"/>
              </a:rPr>
              <a:t>•  Sentinel: compare with errors.Is.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4202B"/>
                </a:solidFill>
                <a:latin typeface="Calibri"/>
              </a:rPr>
              <a:t>•  Custom type: when you need fields; unwrap with errors.As.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4202B"/>
                </a:solidFill>
                <a:latin typeface="Calibri"/>
              </a:rPr>
              <a:t>•  Lab uses a sentinel ErrNotFound.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9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7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WRAPPING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%w, Is, and 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56032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if err != nil {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return fmt.Errorf("get student %d: %w", id, err)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if errors.Is(err, apperrors.ErrNotFound) {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c.JSON(404, gin.H{"error": "student not found"})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return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6634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%w preserves the chain so callers can still Is the root cause.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9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8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HTTP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4202B"/>
                </a:solidFill>
                <a:latin typeface="Calibri"/>
              </a:rPr>
              <a:t>Repo returns errors · handler picks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errors.Is(err, ErrNotFound) → 404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Bad input / bind failure → 400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Anything unexpected → 500 + slog.Error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Never panic(err) inside a Gin handler.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9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9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Reject junk before it hits the repo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56032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type CreateStudentRequest struct {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FirstName string `json:"first_name" binding:"required"`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Email     string `json:"email" binding:"required,email"`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Course    string `json:"course" binding:"required"`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6634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ShouldBindJSON failure → 400 with {"error":...}.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Match this repo’s RegisterRequest style.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9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10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Structured logs, not fmt.Println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164592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slog.Info("student created", "student_id", s.ID)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slog.Error("create failed", "err", err)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49039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JSON handler: level, msg, attrs.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Log 5xx with context — never log passwords.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Homework: kill leftover print debugging.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9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11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CONFIG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Environment, not hard-coded secrets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19456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type Config struct 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Port      string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JWTSecret string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// godotenv.Load() optional; ship .env.example — never commit .env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97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Default port :8080 if empty.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DB vars can appear; we still do not connect Postgres this week.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9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12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AUTH · LIGHT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Hash passwords. Sign a string later.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bcrypt: store a hash, never the password.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JWT: a signed claim string — middleware can wait until week 15.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Prefer POST /api/register (+ login) without locking student routes yet.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9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13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JWT PREVIEW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One slide — then stop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182880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// idea only: header.payload.signature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// payload might carry user_id + exp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// verify signature with JWT_SECRET from config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93192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Product story: login returns a token; later middleware checks it.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Do not protect /api/students today unless the room is flying.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9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14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SMS MILESTONE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Consistent errors + logs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19456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GET /api/students/:id missing → 404 {"error":"student not found"}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Unexpected repo failure → 500 + slog.Error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Optional: POST /api/register (in-memory users)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97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Files: auth_handler.go, models/user.go, config/config.go.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Still no Postgres. Restart still clears memory.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9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15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24E1D"/>
                </a:solidFill>
                <a:latin typeface="Calibri"/>
              </a:rP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ERRNOTFOUND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380744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Sentinel from repo → 404 in handler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011680"/>
            <a:ext cx="10972800" cy="365760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if !ok { return models.Student{}, apperrors.ErrNotFound }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if errors.Is(err, apperrors.ErrNotFound) {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c.JSON(404, gin.H{"error": "student not found"})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return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slog.Error("get student", "id", id, "err", err)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c.JSON(500, gin.H{"error": "internal error"})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9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16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24E1D"/>
                </a:solidFill>
                <a:latin typeface="Calibri"/>
              </a:rP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SLOG + CONFIG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380744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JSON logs and .env.example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011680"/>
            <a:ext cx="10972800" cy="329184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slog.SetDefault(slog.New(slog.NewJSONHandler(os.Stdout, nil)))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cfg := config.Load()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r.Run(":" + cfg.Port)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# .env.example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PORT=8080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JWT_SECRET=change-me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9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17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24E1D"/>
                </a:solidFill>
                <a:latin typeface="Calibri"/>
              </a:rPr>
              <a:t>LIVE DEMO · STRETCH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380744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POST /api/register in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1945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bcrypt hash → store User (password_hash omitted in JSON).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Duplicate username → 409.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Do not protect student routes yet.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Skip live if ErrNotFound lab needs the rest of class.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9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18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LAB · REST OF 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Done when all of this is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ErrNotFound defined; repo returns it for missing students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Handler maps not-found → 404; unexpected → 500 + slog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Bind failures → 400 with {"error":...}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No panics on the student paths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Health still green; PR started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9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19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HOMEWORK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slog + .env.example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Replace fmt.Println debugging with slog (Info/Error + attrs).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Add .env.example (PORT, JWT_SECRET). Keep .env gitignored.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Wire internal/config for port (and JWT secret for later).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Stretch: in-memory register (+ login token if ready).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9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20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NEXT 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4202B"/>
                </a:solidFill>
                <a:latin typeface="Calibri"/>
              </a:rPr>
              <a:t>Week 10 — goroutines and the scheduler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Concurrency vs parallelism; go f().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Why handlers must not fire-and-forget without a plan.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Bring clean error mapping and slog.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9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21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WORDS TO KEEP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Say these correctly next week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920240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Sentinel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Named error value; compare with errors.Is.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920240"/>
            <a:ext cx="521208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Wrap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fmt.Errorf with %w keeps the cause.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49039"/>
            <a:ext cx="539496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slog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Structured logs with level + attrs.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749039"/>
            <a:ext cx="5212080" cy="1645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Config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Secrets from env; example file only in git.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9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22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LAYOUT REMINDER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Where the new files 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365760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backend/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.env.example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cmd/server/main.go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internal/config/config.go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internal/apperrors/errors.go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internal/models/{student,user}.go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internal/handlers/{student,auth}.go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9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23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HONEST LIMITS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What this week is not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Not Postgres — users/students still in memory.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Not full auth middleware on every route.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Not a logging platform — stdout JSON is enough.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Not panicking “to be honest” in handlers.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9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24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Secrets and passwords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Never commit .env or real JWT secrets.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Never log raw passwords or full tokens.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gofmt; no binaries in git.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9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25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REVIEW BAR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Instructor merges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Missing student → 404 JSON, not panic / empty 200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Unexpected errors → 500 + slog (evidence in PR)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.env.example present; .env absent from git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gofmt clean; PR describes error mapping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EAD9A3"/>
                </a:solidFill>
                <a:latin typeface="Calibri"/>
              </a:rPr>
              <a:t>WEEK 9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26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6400" b="1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