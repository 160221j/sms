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9 green. Today: go f(), GMP, race demo, fan-out. Channels week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Spot-check slog + 404.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Safer lab: fan-out three validations.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no naked go in handlers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tiny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poster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 context cancel.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anti-pattern then delete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WaitGroup as glue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detector live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has validate package +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merge fire-and-forget creates.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 i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run -race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starter validate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sheet in homework.md.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channel deep dive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Oral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 separate from product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spiral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quiz PRs.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10k demo → -race red → fan-out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10,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Goroutines and the scheduler — concurrency is not a free lunch in HTTP handlers.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SINCE LAST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4202B"/>
                </a:solidFill>
                <a:latin typeface="Calibri"/>
              </a:rPr>
              <a:t>Errors mapped. Logs structured. Still one request, one stack.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Missing student → 404 via ErrNotFound. No panics in handlers.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Cold-call: what is a goroutine?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Today we start concurrent work — and see a race before optimizing SMS.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Channels / worker pools wait until week 11. Mutex deep-dive week 12.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of week 10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Say concurrency vs parallelism in one sentence each.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Start work with go f() and explain it is not a thread API.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Sketch GMP (Goroutine / Machine / Processor) at poster level.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Spot a leaking goroutine and why handlers must not fire-and-forget.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Run go test -race on a broken counter and see 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Concurrency is a product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SMS create does not need a goroutine. Reach for concurrency when latency or fan-out earns it — after you can prove safety.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Async log-after-create is tempting — and races the map (week 12).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Prefer a clear sync path today; add concurrent validation as a kata.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Never go work in a handler with no cancel, no wait, no error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CONCURRENCY VS PARALLELISM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Two words. Do not mix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Concurrency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Many tasks in progress — structure. One CPU can still interleave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Parallelism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Many tasks at the same instant — needs multiple cores / 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gives you concurrency tools. Parallelism is what the scheduler may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GOROUTINES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go f() — cheap concurrent function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go say("world")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say("hello") // may print in either order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say(s string)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for i := 0; i &lt; 3; i++ { fmt.Println(s, i) 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Not a new OS thread per go — multiplexed onto a few threads.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Returns immediately; you do not wait unless you arrange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SCHEDULER · GMP POSTER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Enough picture for interviews and fear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 — goroutine (your go f()).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 — OS thread (machine).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 — logical processor (scheduling context; ~GOMAXPROCS).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Runnable Gs wait on queues; Ms run Gs using Ps.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Remember: many Gs, few 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A goroutine that never ends still costs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go func()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for { /* blocked forever */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}()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request finished — G still alive → leak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Leaks grow memory and scheduler work under load.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Week 11/12: channels + context cancel as exit ramps.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HTTP HANDLERS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 not go without a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(h *StudentHandler) Create(c *gin.Context)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// BAD: go h.repo.Create(req)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s := h.repo.Create(req) // GOOD for SMS today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c.JSON(201, s)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Client needs the outcome on this request.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Background work needs ownership, cancellation, and error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DATA RACE ·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Two goroutines, one counter, no 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var n int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var wg sync.WaitGroup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for i := 0; i &lt; 1000; i++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wg.Add(1)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go func() { defer wg.Done(); n++ }()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wg.Wait() // often n &lt; 1000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test -race will scream. Mutex fix is week 12.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GO TEST -RACE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 detector is your friend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E8F2EF"/>
                </a:solidFill>
                <a:latin typeface="Consolas"/>
              </a:rPr>
              <a:t>go test -race ./...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E8F2EF"/>
                </a:solidFill>
                <a:latin typeface="Consolas"/>
              </a:rPr>
              <a:t># WARNING: DATA 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49039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Lab starts red on purpose.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Homework: optional race on unlocked global map — document; fix next week.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SAFER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Fan-out three validations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email / course / name checks in parallel; collect errors.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Independent checks can fan out.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SMS fields are tiny — sync validation is usually enough.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Learn the pattern; do not force it into every handler.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SMS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Practical, not theatre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Keep create/list sync and correct.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Optional later: timeout-friendly slow path / dashboard aggregation.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Or: async log only after you have seen the race (week 12 fix).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 channels API design this week.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10K GOROUTINES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Printing is fine · shared counter is not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29260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for i := 0; i &lt; 10_000; i++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go func(i int) { fmt.Println(i) }(i)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vs incrementing one int from many Gs → race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-RACE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Red is a lesson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cd goroutine-lab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go test -race ./...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# DATA RACE on counter_test.go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Leave it red in class. Mutex arrives week 12.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FAN-OUT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Three checks, one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errs := ValidateStudentConcurrent(req)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non-nil errs → 400 with joined messages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ANTI-PATTERN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Naked go in 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Client gets 201 before work finishes — or never learns failure.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Map writes race with List/Get.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Process exit can kill work mid-flight.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Course rule this week: no naked go in handlers.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· REST OF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Ran 10k-goroutine print demo (or equivalent)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test -race shows DATA RACE on the counter lab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Fan-out validation runs; can explain sync vs concurrent tradeoff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SMS create path still sync; health green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Quiz answers started for homework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Quiz + optional race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Short quiz: concurrency vs parallelism; go f(); naked go in handlers.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Optional: capture -race on unsafe global map in the PR.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Do not require mutex fix unless already known — week 12.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Week 11 — channels, pipelines, worker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Unbuffered vs buffered; select; range/close.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Worker pool as the pattern to remember.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Bring race literacy and respect for naked go.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WORDS TO 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Say these correctly next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Goroutine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Concurrent function scheduled by 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GMP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G=goroutine, M=thread, P=processor.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Data race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Concurrent write/read without sync.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Leak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Goroutine that never exits.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LAYOUT REMINDER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Where lab code lives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32918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docs/week-10-day-01/starter/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goroutine-lab/          # race counter + fan-out validate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backend/                # SMS still sync create/list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HONEST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What this week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channels / worker pools (week 11).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mutex mastery (week 12) — we only observe races.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make SMS faster with go theatre.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GOMAXPROCS tuning class.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Still true under concurrency demos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Do not commit secrets while experimenting.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Cap demo loops — 10k prints is enough.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gofmt; no binaries in git.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REVIEW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Instructor merges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Quiz answers show clear concurrency vs parallelism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 naked go merged into Create without discussion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Race lab evidence (-race output) if they claim a race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SMS health + create still green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10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